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801"/>
    <a:srgbClr val="40404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4EE7B5-B124-4FDD-86A9-8EF451E5BD70}" v="88" dt="2026-02-06T07:17:01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7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12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90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4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5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0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12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01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86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2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275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991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197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477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218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6EF99A-38E5-4CDE-9CF3-0A5890A541A9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82AA61-2AD8-4B77-B467-79F613EDE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62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346A-3240-8B0A-BA4C-7E6DECAF1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bliqueTopRight"/>
              <a:lightRig rig="threePt" dir="t"/>
            </a:scene3d>
            <a:sp3d extrusionH="57150">
              <a:bevelT w="38100" h="38100" prst="convex"/>
              <a:bevelB w="69850" h="38100" prst="cross"/>
            </a:sp3d>
          </a:bodyPr>
          <a:lstStyle/>
          <a:p>
            <a:r>
              <a:rPr lang="en-US" b="1" dirty="0">
                <a:solidFill>
                  <a:srgbClr val="FF980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highlight>
                  <a:srgbClr val="808080"/>
                </a:highlight>
                <a:latin typeface="Baskerville Old Face" panose="02020602080505020303" pitchFamily="18" charset="0"/>
              </a:rPr>
              <a:t>FAKE JOB PREDICTION </a:t>
            </a:r>
            <a:endParaRPr lang="en-IN" b="1" dirty="0">
              <a:solidFill>
                <a:srgbClr val="FF9801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highlight>
                <a:srgbClr val="808080"/>
              </a:highlight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A2B1-52D9-D2D3-8BB5-4B8CFACE7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By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Mevina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P.D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9886C-87EF-0FFA-1DEB-72959FF546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"/>
            <a:ext cx="6422571" cy="6781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2418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03BC3A-81C6-DC2A-BCD6-8F33E9BA908E}"/>
              </a:ext>
            </a:extLst>
          </p:cNvPr>
          <p:cNvSpPr txBox="1"/>
          <p:nvPr/>
        </p:nvSpPr>
        <p:spPr>
          <a:xfrm>
            <a:off x="1589314" y="326571"/>
            <a:ext cx="10330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Introduction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19969-BE45-29FE-57CF-7B187BD6DC9A}"/>
              </a:ext>
            </a:extLst>
          </p:cNvPr>
          <p:cNvSpPr txBox="1"/>
          <p:nvPr/>
        </p:nvSpPr>
        <p:spPr>
          <a:xfrm>
            <a:off x="1360714" y="1659285"/>
            <a:ext cx="1033054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Fake job postings are increasing on online platforms, causing financial and emotional loss to job seekers. Identifying genuine jobs has become difficult due to this growing fraud.</a:t>
            </a:r>
          </a:p>
          <a:p>
            <a:pPr algn="just"/>
            <a:r>
              <a:rPr lang="en-US" sz="3200" dirty="0"/>
              <a:t>This project, </a:t>
            </a:r>
            <a:r>
              <a:rPr lang="en-US" sz="3200" b="1" dirty="0"/>
              <a:t>“Fake Job Detection Using Machine Learning,”</a:t>
            </a:r>
            <a:r>
              <a:rPr lang="en-US" sz="3200" dirty="0"/>
              <a:t> uses data analysis and machine learning techniques to classify job postings as </a:t>
            </a:r>
            <a:r>
              <a:rPr lang="en-US" sz="3200" b="1" dirty="0"/>
              <a:t>fake or real</a:t>
            </a:r>
            <a:r>
              <a:rPr lang="en-US" sz="3200" dirty="0"/>
              <a:t>. It also includes an Excel dashboard to visualize trends and improve awareness.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4389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7E1344-6375-4FAE-599E-0C0C32124C64}"/>
              </a:ext>
            </a:extLst>
          </p:cNvPr>
          <p:cNvSpPr txBox="1"/>
          <p:nvPr/>
        </p:nvSpPr>
        <p:spPr>
          <a:xfrm>
            <a:off x="1970314" y="1883230"/>
            <a:ext cx="71736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Many job seekers are falling victim to fake job postings online. It is difficult to identify fake jobs manually. There is a need for an automated system to detect fake job postings and protect users from fraud.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5CC84-12C3-CC33-1A63-BDB82A98A64D}"/>
              </a:ext>
            </a:extLst>
          </p:cNvPr>
          <p:cNvSpPr txBox="1"/>
          <p:nvPr/>
        </p:nvSpPr>
        <p:spPr>
          <a:xfrm>
            <a:off x="1774371" y="424543"/>
            <a:ext cx="1002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Problem Statement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30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ADAEF2-B6C1-0ADD-C4B6-38D0FD7A1B4F}"/>
              </a:ext>
            </a:extLst>
          </p:cNvPr>
          <p:cNvSpPr txBox="1"/>
          <p:nvPr/>
        </p:nvSpPr>
        <p:spPr>
          <a:xfrm>
            <a:off x="2111829" y="1349829"/>
            <a:ext cx="84146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To analyze job posting data and identify fake jobs.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To develop a machine learning model for fake job detection.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To classify job postings as real or fake accurately.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To create an interactive dashboard for data visualization.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To help job seekers avoid online job fraud.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6EAC8-183A-0333-8923-FAD59D25AED2}"/>
              </a:ext>
            </a:extLst>
          </p:cNvPr>
          <p:cNvSpPr txBox="1"/>
          <p:nvPr/>
        </p:nvSpPr>
        <p:spPr>
          <a:xfrm>
            <a:off x="1665514" y="275970"/>
            <a:ext cx="10156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Objectives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8BE1D-D6DE-4F85-D113-04510BC26C75}"/>
              </a:ext>
            </a:extLst>
          </p:cNvPr>
          <p:cNvSpPr txBox="1"/>
          <p:nvPr/>
        </p:nvSpPr>
        <p:spPr>
          <a:xfrm>
            <a:off x="2699657" y="1687286"/>
            <a:ext cx="868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Removed missing and duplicate values.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Cleaned and formatted text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/>
              <a:t>Converted categorical data into numerical format.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200" dirty="0"/>
              <a:t>Applied feature selection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Split data into training and testing 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142C7-C321-378B-30B6-DAEF5DFA733A}"/>
              </a:ext>
            </a:extLst>
          </p:cNvPr>
          <p:cNvSpPr txBox="1"/>
          <p:nvPr/>
        </p:nvSpPr>
        <p:spPr>
          <a:xfrm>
            <a:off x="1905000" y="555171"/>
            <a:ext cx="9056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DATA PREPROCESSING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95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551B8B-72BD-7B53-DFFE-DADB08CD7843}"/>
              </a:ext>
            </a:extLst>
          </p:cNvPr>
          <p:cNvSpPr txBox="1"/>
          <p:nvPr/>
        </p:nvSpPr>
        <p:spPr>
          <a:xfrm>
            <a:off x="1839686" y="435429"/>
            <a:ext cx="8294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EDA(Exploratory Data Analysis) Visual 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E8EFEC-7CC4-D778-C774-66726C082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288" y="1750520"/>
            <a:ext cx="90678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pie charts to show Fake vs Real job distribution.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bar charts for jobs by location and company.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column charts for department-wise job postings.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trends using line charts.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key insights using Excel dashboard.</a:t>
            </a:r>
          </a:p>
        </p:txBody>
      </p:sp>
    </p:spTree>
    <p:extLst>
      <p:ext uri="{BB962C8B-B14F-4D97-AF65-F5344CB8AC3E}">
        <p14:creationId xmlns:p14="http://schemas.microsoft.com/office/powerpoint/2010/main" val="163651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89A1E-9D33-ED4B-1D84-53F3A7365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62" y="590154"/>
            <a:ext cx="8059275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0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207EE-6BC8-79EC-C52E-E7C633C9D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50" y="468545"/>
            <a:ext cx="9971164" cy="561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7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A56E7-08E8-645E-3982-5871CD39E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240" y="513280"/>
            <a:ext cx="8049748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18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83812-FBAD-2C1E-C7D0-A085D577A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42" y="357514"/>
            <a:ext cx="7806327" cy="61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0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6B727A-9AA4-B6A1-3D85-F56CD6607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76057"/>
              </p:ext>
            </p:extLst>
          </p:nvPr>
        </p:nvGraphicFramePr>
        <p:xfrm>
          <a:off x="2032000" y="1796143"/>
          <a:ext cx="8127999" cy="334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290860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162849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1172122"/>
                    </a:ext>
                  </a:extLst>
                </a:gridCol>
              </a:tblGrid>
              <a:tr h="6683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695367"/>
                  </a:ext>
                </a:extLst>
              </a:tr>
              <a:tr h="668383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89%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Good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728340"/>
                  </a:ext>
                </a:extLst>
              </a:tr>
              <a:tr h="668383">
                <a:tc>
                  <a:txBody>
                    <a:bodyPr/>
                    <a:lstStyle/>
                    <a:p>
                      <a:r>
                        <a:rPr lang="en-IN" dirty="0"/>
                        <a:t>Decision Tree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98616"/>
                  </a:ext>
                </a:extLst>
              </a:tr>
              <a:tr h="668383">
                <a:tc>
                  <a:txBody>
                    <a:bodyPr/>
                    <a:lstStyle/>
                    <a:p>
                      <a:r>
                        <a:rPr lang="en-US" dirty="0"/>
                        <a:t>SVC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Good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51269"/>
                  </a:ext>
                </a:extLst>
              </a:tr>
              <a:tr h="668383">
                <a:tc>
                  <a:txBody>
                    <a:bodyPr/>
                    <a:lstStyle/>
                    <a:p>
                      <a:r>
                        <a:rPr lang="en-US" dirty="0"/>
                        <a:t>Random forest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282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A05DE7-54A7-E873-1A94-5AA77BB024E4}"/>
              </a:ext>
            </a:extLst>
          </p:cNvPr>
          <p:cNvSpPr txBox="1"/>
          <p:nvPr/>
        </p:nvSpPr>
        <p:spPr>
          <a:xfrm>
            <a:off x="1709057" y="381000"/>
            <a:ext cx="9557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Machine Learning Models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49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E8BD95-3390-9CE9-6FAB-8BBBC16CA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942" y="1934012"/>
            <a:ext cx="776151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Ensemble-based approach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reliable predictions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overfitting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for final deployment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accuracy: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D6436-908F-C9D4-EDA9-0D74EA85A7E1}"/>
              </a:ext>
            </a:extLst>
          </p:cNvPr>
          <p:cNvSpPr txBox="1"/>
          <p:nvPr/>
        </p:nvSpPr>
        <p:spPr>
          <a:xfrm>
            <a:off x="1752600" y="642258"/>
            <a:ext cx="9383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Best Model –Random Forest Classifier 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78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6ECA74-E547-E6CB-1176-1745F493C154}"/>
              </a:ext>
            </a:extLst>
          </p:cNvPr>
          <p:cNvSpPr txBox="1"/>
          <p:nvPr/>
        </p:nvSpPr>
        <p:spPr>
          <a:xfrm>
            <a:off x="1730829" y="326571"/>
            <a:ext cx="8327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Dashboard Overview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8526AD-EB42-BAD3-E9DE-4443F897A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72" y="1139288"/>
            <a:ext cx="9394370" cy="50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0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9B14ADF-BC61-B707-C612-801FD20C6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286" y="1221624"/>
            <a:ext cx="10210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machine learning model to detect fake job postings.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data preprocessing and feature extraction using TF-IDF.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multiple classification algorithms for prediction.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was selected as the best performing model.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helps job seekers avoid fraudulent job postings.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EF3CF-5E68-5FCF-1A3B-064BC4CF28ED}"/>
              </a:ext>
            </a:extLst>
          </p:cNvPr>
          <p:cNvSpPr txBox="1"/>
          <p:nvPr/>
        </p:nvSpPr>
        <p:spPr>
          <a:xfrm>
            <a:off x="1513114" y="243751"/>
            <a:ext cx="9492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Conclusion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373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349370-858E-1D5F-1F2A-A77BE03FB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686" y="1489263"/>
            <a:ext cx="950322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job seekers identify fake job postings easily.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online job fraud and scams.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and money of applicants.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trust in online recruitment platforms.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safer job searching environment.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companies protect their reputation.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used by students and freshers for safe job search.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6E27C-AF88-D154-96E4-13890A7A16D3}"/>
              </a:ext>
            </a:extLst>
          </p:cNvPr>
          <p:cNvSpPr txBox="1"/>
          <p:nvPr/>
        </p:nvSpPr>
        <p:spPr>
          <a:xfrm>
            <a:off x="1785257" y="402772"/>
            <a:ext cx="8327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Future Scope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789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2501D-53D8-29EB-5FD3-94102DD3F090}"/>
              </a:ext>
            </a:extLst>
          </p:cNvPr>
          <p:cNvSpPr txBox="1"/>
          <p:nvPr/>
        </p:nvSpPr>
        <p:spPr>
          <a:xfrm>
            <a:off x="2383971" y="2405743"/>
            <a:ext cx="7903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Baskerville Old Face" panose="02020602080505020303" pitchFamily="18" charset="0"/>
              </a:rPr>
              <a:t>Thank You</a:t>
            </a:r>
            <a:endParaRPr lang="en-IN" sz="8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87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156</TotalTime>
  <Words>414</Words>
  <Application>Microsoft Office PowerPoint</Application>
  <PresentationFormat>Widescreen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Baskerville Old Face</vt:lpstr>
      <vt:lpstr>Corbel</vt:lpstr>
      <vt:lpstr>Parallax</vt:lpstr>
      <vt:lpstr>FAKE JOB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mevinapdm@gmail.com</dc:creator>
  <cp:lastModifiedBy>mevinapdm@gmail.com</cp:lastModifiedBy>
  <cp:revision>2</cp:revision>
  <dcterms:created xsi:type="dcterms:W3CDTF">2026-02-05T06:50:22Z</dcterms:created>
  <dcterms:modified xsi:type="dcterms:W3CDTF">2026-02-06T07:24:40Z</dcterms:modified>
</cp:coreProperties>
</file>